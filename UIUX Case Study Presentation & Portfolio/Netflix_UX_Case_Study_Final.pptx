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CASE STUDY &amp; PORTFOLIO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Netflix Mobile UX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research to a tested, refined interactive prototype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· Personas · IA · Journeys · Design System · Prototype · Usability Testing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2801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“Users spend more time deciding what to watch than actually watching.”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206654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3474720"/>
            <a:ext cx="512064" cy="51206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3474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1883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overload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98064" y="3291840"/>
            <a:ext cx="206654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75304" y="3474720"/>
            <a:ext cx="512064" cy="51206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2" name="Text 10"/>
          <p:cNvSpPr/>
          <p:nvPr/>
        </p:nvSpPr>
        <p:spPr>
          <a:xfrm>
            <a:off x="3575304" y="3474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89504" y="4069080"/>
            <a:ext cx="1883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 on Continue Watching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47488" y="3291840"/>
            <a:ext cx="206654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24728" y="3474720"/>
            <a:ext cx="512064" cy="51206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6" name="Text 14"/>
          <p:cNvSpPr/>
          <p:nvPr/>
        </p:nvSpPr>
        <p:spPr>
          <a:xfrm>
            <a:off x="5824728" y="3474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38928" y="4069080"/>
            <a:ext cx="1883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trust in recommendations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296912" y="3291840"/>
            <a:ext cx="206654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74152" y="3474720"/>
            <a:ext cx="512064" cy="51206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0" name="Text 18"/>
          <p:cNvSpPr/>
          <p:nvPr/>
        </p:nvSpPr>
        <p:spPr>
          <a:xfrm>
            <a:off x="8074152" y="3474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88352" y="4069080"/>
            <a:ext cx="1883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Profile-switching friction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546336" y="3291840"/>
            <a:ext cx="206654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23576" y="3474720"/>
            <a:ext cx="512064" cy="51206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4" name="Text 22"/>
          <p:cNvSpPr/>
          <p:nvPr/>
        </p:nvSpPr>
        <p:spPr>
          <a:xfrm>
            <a:off x="10323576" y="3474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37776" y="4069080"/>
            <a:ext cx="1883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mobile-to-TV handoff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212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findings: Research/Research_Findings.md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UX Case Study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Who We Designed For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2062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Shape 3"/>
          <p:cNvSpPr/>
          <p:nvPr/>
        </p:nvSpPr>
        <p:spPr>
          <a:xfrm>
            <a:off x="1874520" y="2011680"/>
            <a:ext cx="914400" cy="9144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6" name="Text 4"/>
          <p:cNvSpPr/>
          <p:nvPr/>
        </p:nvSpPr>
        <p:spPr>
          <a:xfrm>
            <a:off x="187452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Rahul — Binge Watcher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Overwhelmed by choice, distrusts recommendations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566160" cy="42062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" name="Shape 8"/>
          <p:cNvSpPr/>
          <p:nvPr/>
        </p:nvSpPr>
        <p:spPr>
          <a:xfrm>
            <a:off x="5577840" y="2011680"/>
            <a:ext cx="914400" cy="9144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484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Priya — Casual Viewer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6576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time, wants a fast confident pick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691640"/>
            <a:ext cx="3566160" cy="42062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5" name="Shape 13"/>
          <p:cNvSpPr/>
          <p:nvPr/>
        </p:nvSpPr>
        <p:spPr>
          <a:xfrm>
            <a:off x="9281160" y="2011680"/>
            <a:ext cx="914400" cy="9144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6" name="Text 14"/>
          <p:cNvSpPr/>
          <p:nvPr/>
        </p:nvSpPr>
        <p:spPr>
          <a:xfrm>
            <a:off x="928116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3816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Arjun — Explorer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36576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niche/international content standard categories miss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UX Case Study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Card Sorting → Information Architecture</a:t>
            </a:r>
            <a:endParaRPr lang="en-US" sz="2800" dirty="0"/>
          </a:p>
        </p:txBody>
      </p:sp>
      <p:pic>
        <p:nvPicPr>
          <p:cNvPr id="4" name="Image 0" descr="/home/claude/Netflix-User-Research/Information_Architecture/Netflix_Sit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11064240" cy="41175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top-level sections, derived from open + closed card-sort agreement scores — not guesswork.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UX Case Study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DESIGN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Wireframes → Design Tokens</a:t>
            </a:r>
            <a:endParaRPr lang="en-US" sz="2800" dirty="0"/>
          </a:p>
        </p:txBody>
      </p:sp>
      <p:pic>
        <p:nvPicPr>
          <p:cNvPr id="4" name="Image 0" descr="/home/claude/Netflix-User-Research/Design_System/color-sw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86400" cy="1188720"/>
          </a:xfrm>
          <a:prstGeom prst="rect">
            <a:avLst/>
          </a:prstGeom>
        </p:spPr>
      </p:pic>
      <p:pic>
        <p:nvPicPr>
          <p:cNvPr id="5" name="Image 1" descr="/home/claude/Netflix-User-Research/Design_System/typography-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0"/>
            <a:ext cx="5486400" cy="23774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355080" y="1691640"/>
            <a:ext cx="528523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583680" y="1874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12-COLUMN DESKTOP / 4-COLUMN MOBILE GRID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583680" y="22402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80px margin / 24px gutter desktop · 16px / 16px mobile · 1440×1024 and 390×844 frames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583680" y="2880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SPACING TOKENS (4px BASE)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583680" y="32461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8 · 12 · 16 · 24 · 32 · 48 · 64 · 96 — every padding and gap in the component library maps to one of these.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583680" y="4114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WCAG-VERIFIED PALETTE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583680" y="44805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color pairing checked with the real WCAG formula — 2 failures caught and fixed (see slide 9).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UX Case Study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HIGH-FIDELITY UI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Core Screens</a:t>
            </a:r>
            <a:endParaRPr lang="en-US" sz="2800" dirty="0"/>
          </a:p>
        </p:txBody>
      </p:sp>
      <p:pic>
        <p:nvPicPr>
          <p:cNvPr id="4" name="Image 0" descr="/home/claude/Netflix-User-Research/High_Fidelity_Mockup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2103120" cy="45513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78999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pic>
        <p:nvPicPr>
          <p:cNvPr id="6" name="Image 1" descr="/home/claude/Netflix-User-Research/High_Fidelity_Mockup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32" y="1554480"/>
            <a:ext cx="2103120" cy="45513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70632" y="6178999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pic>
        <p:nvPicPr>
          <p:cNvPr id="8" name="Image 2" descr="/home/claude/Netflix-User-Research/High_Fidelity_Mockups/Movie_Detai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1554480"/>
            <a:ext cx="2103120" cy="455136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38344" y="6178999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Details</a:t>
            </a:r>
            <a:endParaRPr lang="en-US" sz="1200" dirty="0"/>
          </a:p>
        </p:txBody>
      </p:sp>
      <p:pic>
        <p:nvPicPr>
          <p:cNvPr id="10" name="Image 3" descr="/home/claude/Netflix-User-Research/High_Fidelity_Mockups/My_Netfli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1554480"/>
            <a:ext cx="2103120" cy="455136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06056" y="6178999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Netflix</a:t>
            </a:r>
            <a:endParaRPr lang="en-US" sz="1200" dirty="0"/>
          </a:p>
        </p:txBody>
      </p:sp>
      <p:pic>
        <p:nvPicPr>
          <p:cNvPr id="12" name="Image 4" descr="/home/claude/Netflix-User-Research/High_Fidelity_Mockups/SmartPi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3768" y="1554480"/>
            <a:ext cx="2103120" cy="455136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573768" y="6178999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SmartPick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UX Case Study</a:t>
            </a:r>
            <a:endParaRPr lang="en-US" sz="1000" dirty="0"/>
          </a:p>
        </p:txBody>
      </p:sp>
      <p:sp>
        <p:nvSpPr>
          <p:cNvPr id="15" name="Text 8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COMPONENT LIBRARY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Reusable Components, Not One-Off Screens</a:t>
            </a:r>
            <a:endParaRPr lang="en-US" sz="2800" dirty="0"/>
          </a:p>
        </p:txBody>
      </p:sp>
      <p:pic>
        <p:nvPicPr>
          <p:cNvPr id="4" name="Image 0" descr="/home/claude/Netflix-User-Research/Component_Library/component-st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11064240" cy="61278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master components (Button, Chip, Card, Nav Item, etc.) each with Default/Hover/Active/Focus states — including Focus states for remote/keyboard navigation on TV.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UX Case Study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Real, Clickable Prototype</a:t>
            </a:r>
            <a:endParaRPr lang="en-US" sz="2800" dirty="0"/>
          </a:p>
        </p:txBody>
      </p:sp>
      <p:pic>
        <p:nvPicPr>
          <p:cNvPr id="4" name="Image 0" descr="/home/claude/Netflix-User-Research/Prototype/prototyp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64240" cy="61278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UX Case Study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Accessibility, Verified Not Assumed</a:t>
            </a:r>
            <a:endParaRPr lang="en-US" sz="2800" dirty="0"/>
          </a:p>
        </p:txBody>
      </p:sp>
      <p:pic>
        <p:nvPicPr>
          <p:cNvPr id="4" name="Image 0" descr="/home/claude/Netflix-User-Research/Accessibility/wcag-contrast-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64240" cy="49193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9 pairings failed WCAG AA and were fixed: success-badge text switched to black (9.46:1); red text on black restricted to large/bold sizes only.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UX Case Study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USABILITY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Testing It On Real Tasks</a:t>
            </a:r>
            <a:endParaRPr lang="en-US" sz="2800" dirty="0"/>
          </a:p>
        </p:txBody>
      </p:sp>
      <p:pic>
        <p:nvPicPr>
          <p:cNvPr id="4" name="Image 0" descr="/home/claude/Netflix-User-Research/Usability_Testing/usability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64240" cy="37529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participants × 5 tasks. SmartPick discoverability (50% success) and search filter clarity (67%) ranked worst — against a 100%-success browsing baseline.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UX Case Study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USABILITY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Findings → Fixes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7452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SmartPick Discoverability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267712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one-time “Try SmartPick” label nudge near the FAB, plus a descriptive aria-label.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474720"/>
            <a:ext cx="594360" cy="59436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74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32918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Drawer Close Affordance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685032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 explicit ✕ button at the drawer's top-right — the position people expect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892040"/>
            <a:ext cx="594360" cy="59436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892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7091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Chip Clarity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5102352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one-line hint: “Tap to combine filters — multiple can be active at once.”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touched: Browse &amp; Watch (100% success, 4.5/5 ease) — no reason to risk regressions on what already works.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UX Case Study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Traceable Chain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“users spend too much time deciding what to watch” to a WCAG-verified, usability-tested, refined interactive prototype — every design decision in this case study traces back to a specific research finding, card-sort score, or test result.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1600200" cy="5943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5661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77440" y="3566160"/>
            <a:ext cx="1600200" cy="5943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35661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3566160"/>
            <a:ext cx="1600200" cy="5943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35661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Sort → IA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52160" y="3566160"/>
            <a:ext cx="1600200" cy="5943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35661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89520" y="3566160"/>
            <a:ext cx="1600200" cy="5943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35661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326880" y="3566160"/>
            <a:ext cx="1600200" cy="5943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0" y="35661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343400"/>
            <a:ext cx="1600200" cy="5943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3434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77440" y="4343400"/>
            <a:ext cx="1600200" cy="5943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0" y="43434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0" y="4343400"/>
            <a:ext cx="1600200" cy="5943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43434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Audit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52160" y="4343400"/>
            <a:ext cx="1600200" cy="5943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0" y="43434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9520" y="4343400"/>
            <a:ext cx="1600200" cy="5943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0" y="43434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case study: Final_Case_Study/Netflix_UX_Case_Study.md  ·  Live prototype: Prototype/interactive-prototype.html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2026-09-19T04:15:26Z</dcterms:created>
  <dcterms:modified xsi:type="dcterms:W3CDTF">2026-09-19T04:15:26Z</dcterms:modified>
</cp:coreProperties>
</file>